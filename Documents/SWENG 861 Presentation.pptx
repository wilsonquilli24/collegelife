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428c9d9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428c9d9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428c9d9b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428c9d9b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87997393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f87997393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8799739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f8799739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f87997393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f87997393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87997393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87997393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636863" y="489150"/>
            <a:ext cx="32415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CollegeLife</a:t>
            </a:r>
            <a:endParaRPr b="1"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3151900" y="1293225"/>
            <a:ext cx="46251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/>
              <a:t>Social Media App JUST for College Students</a:t>
            </a:r>
            <a:endParaRPr sz="1800"/>
          </a:p>
        </p:txBody>
      </p:sp>
      <p:sp>
        <p:nvSpPr>
          <p:cNvPr id="230" name="Google Shape;230;p17"/>
          <p:cNvSpPr txBox="1"/>
          <p:nvPr>
            <p:ph idx="1" type="subTitle"/>
          </p:nvPr>
        </p:nvSpPr>
        <p:spPr>
          <a:xfrm>
            <a:off x="5540175" y="3868250"/>
            <a:ext cx="3470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By: Wilson Quilli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Course - SWENG 861: Software Construction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Professor Santosh Nalubandhu</a:t>
            </a:r>
            <a:endParaRPr/>
          </a:p>
        </p:txBody>
      </p:sp>
      <p:pic>
        <p:nvPicPr>
          <p:cNvPr id="231" name="Google Shape;231;p17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4386215" y="1855725"/>
            <a:ext cx="1742835" cy="177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>
            <p:ph type="title"/>
          </p:nvPr>
        </p:nvSpPr>
        <p:spPr>
          <a:xfrm>
            <a:off x="2763150" y="67800"/>
            <a:ext cx="36177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Problem Statement</a:t>
            </a:r>
            <a:endParaRPr b="1"/>
          </a:p>
        </p:txBody>
      </p:sp>
      <p:sp>
        <p:nvSpPr>
          <p:cNvPr id="237" name="Google Shape;237;p18"/>
          <p:cNvSpPr txBox="1"/>
          <p:nvPr/>
        </p:nvSpPr>
        <p:spPr>
          <a:xfrm>
            <a:off x="0" y="665500"/>
            <a:ext cx="572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General social media isn’t designed specifically for college students, mixing personal, professional, and public audiences reduces authenticity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ree Images : night, monument, statue, darkness, sculpture, art ..." id="238" name="Google Shape;2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400" y="2863649"/>
            <a:ext cx="3420600" cy="22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 txBox="1"/>
          <p:nvPr/>
        </p:nvSpPr>
        <p:spPr>
          <a:xfrm>
            <a:off x="0" y="1773700"/>
            <a:ext cx="572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CollegeLife is exclusive to students with verified university emails and provides a trusted, campus-focused space to share college experiences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0" y="2881900"/>
            <a:ext cx="5723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Accounts are deleted after graduation to keep it student-only, but users can download and save their memories before removal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 Users: College students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le:Instagram logo 2022.svg - Wikimedia Commons" id="241" name="Google Shape;2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0850" y="665500"/>
            <a:ext cx="964726" cy="964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iktok icon.svg - Wikimedia Commons" id="242" name="Google Shape;2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3026" y="665500"/>
            <a:ext cx="964726" cy="96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1052550" y="76375"/>
            <a:ext cx="70389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Tech Stack for CollegeLife</a:t>
            </a:r>
            <a:endParaRPr b="1" sz="3000"/>
          </a:p>
        </p:txBody>
      </p:sp>
      <p:sp>
        <p:nvSpPr>
          <p:cNvPr id="248" name="Google Shape;248;p19"/>
          <p:cNvSpPr txBox="1"/>
          <p:nvPr/>
        </p:nvSpPr>
        <p:spPr>
          <a:xfrm>
            <a:off x="287850" y="811475"/>
            <a:ext cx="243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Frontend: React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287850" y="1428075"/>
            <a:ext cx="3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Python (Flask)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287850" y="2079150"/>
            <a:ext cx="3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Auth: Google OAuth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287850" y="2730225"/>
            <a:ext cx="3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Supabase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287850" y="4340175"/>
            <a:ext cx="378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Media storage: Cloudinary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287850" y="3381300"/>
            <a:ext cx="378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External APIs: Spotify, Yelp,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OpenWeather,  API Ninjas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le:React.svg - Wikimedia Commons" id="254" name="Google Shape;2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338" y="913000"/>
            <a:ext cx="1408534" cy="12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Python-logo.png - Wikipedia" id="255" name="Google Shape;2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543" y="803600"/>
            <a:ext cx="1356275" cy="1486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&quot;G&quot; logo.svg - Wikimedia Commons" id="256" name="Google Shape;2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1338" y="2406200"/>
            <a:ext cx="1408525" cy="140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Postgres.svg - Wikimedia Commons"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8425" y="2465364"/>
            <a:ext cx="1408525" cy="140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loudinary logo blue 0720 2x.png - Wikipedia" id="258" name="Google Shape;25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4113" y="4049200"/>
            <a:ext cx="2737149" cy="106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potify App Logo.svg - Wikimedia Commons" id="259" name="Google Shape;259;p19"/>
          <p:cNvPicPr preferRelativeResize="0"/>
          <p:nvPr/>
        </p:nvPicPr>
        <p:blipFill rotWithShape="1">
          <a:blip r:embed="rId8">
            <a:alphaModFix/>
          </a:blip>
          <a:srcRect b="11702" l="9554" r="7574" t="6175"/>
          <a:stretch/>
        </p:blipFill>
        <p:spPr>
          <a:xfrm>
            <a:off x="7735500" y="784926"/>
            <a:ext cx="1408525" cy="1395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Yelp.svg - Wikimedia Commons" id="260" name="Google Shape;260;p19"/>
          <p:cNvPicPr preferRelativeResize="0"/>
          <p:nvPr/>
        </p:nvPicPr>
        <p:blipFill rotWithShape="1">
          <a:blip r:embed="rId9">
            <a:alphaModFix/>
          </a:blip>
          <a:srcRect b="11133" l="20516" r="21065" t="11389"/>
          <a:stretch/>
        </p:blipFill>
        <p:spPr>
          <a:xfrm>
            <a:off x="7879372" y="2571750"/>
            <a:ext cx="1120788" cy="148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2790000" y="0"/>
            <a:ext cx="35640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CollegeLife Diagram</a:t>
            </a:r>
            <a:endParaRPr b="1" sz="2500"/>
          </a:p>
        </p:txBody>
      </p:sp>
      <p:pic>
        <p:nvPicPr>
          <p:cNvPr id="266" name="Google Shape;266;p20" title="Screenshot 2026-02-22 at 5.13.45 PM.png"/>
          <p:cNvPicPr preferRelativeResize="0"/>
          <p:nvPr/>
        </p:nvPicPr>
        <p:blipFill rotWithShape="1">
          <a:blip r:embed="rId3">
            <a:alphaModFix/>
          </a:blip>
          <a:srcRect b="3836" l="1643" r="1099" t="0"/>
          <a:stretch/>
        </p:blipFill>
        <p:spPr>
          <a:xfrm>
            <a:off x="1807275" y="566300"/>
            <a:ext cx="5529450" cy="4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2234550" y="0"/>
            <a:ext cx="4674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Challenges </a:t>
            </a:r>
            <a:endParaRPr b="1"/>
          </a:p>
        </p:txBody>
      </p:sp>
      <p:sp>
        <p:nvSpPr>
          <p:cNvPr id="272" name="Google Shape;272;p21"/>
          <p:cNvSpPr txBox="1"/>
          <p:nvPr/>
        </p:nvSpPr>
        <p:spPr>
          <a:xfrm>
            <a:off x="1150350" y="568238"/>
            <a:ext cx="7333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OAuth state/cookie mismatch from mixed hosts (localhost vs 127.0.0.1) and stale sessions.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Media upload 500 errors from missing Cloudinary config or bad upload payloads.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 buttons/routes not consistently wired to backend auth/API state.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Spotify integration loops/failures across login/callback states.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150350" y="3316300"/>
            <a:ext cx="6952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Large controller files (main.py) make regressions more likely.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Test coverage can pass locally but fail in CI if measurement surface changes.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Observability helped identify auth/redirect failures faster.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072000" y="26811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2234550" y="78500"/>
            <a:ext cx="4674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Add-on Features</a:t>
            </a:r>
            <a:endParaRPr b="1"/>
          </a:p>
        </p:txBody>
      </p:sp>
      <p:sp>
        <p:nvSpPr>
          <p:cNvPr id="280" name="Google Shape;280;p22"/>
          <p:cNvSpPr txBox="1"/>
          <p:nvPr/>
        </p:nvSpPr>
        <p:spPr>
          <a:xfrm>
            <a:off x="1009350" y="641350"/>
            <a:ext cx="7125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Admin audit log (who deleted/updated what and when).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Soft-delete + restore for posts/accounts.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Light Mode.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saved posts features or bookmarks.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2234550" y="46400"/>
            <a:ext cx="4674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Screenshots of CollegeLife</a:t>
            </a:r>
            <a:endParaRPr b="1"/>
          </a:p>
        </p:txBody>
      </p:sp>
      <p:pic>
        <p:nvPicPr>
          <p:cNvPr id="286" name="Google Shape;286;p23" title="Home_Page.png"/>
          <p:cNvPicPr preferRelativeResize="0"/>
          <p:nvPr/>
        </p:nvPicPr>
        <p:blipFill rotWithShape="1">
          <a:blip r:embed="rId3">
            <a:alphaModFix/>
          </a:blip>
          <a:srcRect b="0" l="24483" r="19232" t="0"/>
          <a:stretch/>
        </p:blipFill>
        <p:spPr>
          <a:xfrm>
            <a:off x="0" y="1009000"/>
            <a:ext cx="4328699" cy="41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 title="Post_P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9100" y="1009000"/>
            <a:ext cx="4674901" cy="4134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>
            <p:ph type="title"/>
          </p:nvPr>
        </p:nvSpPr>
        <p:spPr>
          <a:xfrm>
            <a:off x="834000" y="533600"/>
            <a:ext cx="26607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Home Page</a:t>
            </a:r>
            <a:endParaRPr b="1"/>
          </a:p>
        </p:txBody>
      </p:sp>
      <p:sp>
        <p:nvSpPr>
          <p:cNvPr id="289" name="Google Shape;289;p23"/>
          <p:cNvSpPr txBox="1"/>
          <p:nvPr>
            <p:ph type="title"/>
          </p:nvPr>
        </p:nvSpPr>
        <p:spPr>
          <a:xfrm>
            <a:off x="5476200" y="533600"/>
            <a:ext cx="26607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Post Page</a:t>
            </a:r>
            <a:endParaRPr b="1"/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>
            <p:ph type="title"/>
          </p:nvPr>
        </p:nvSpPr>
        <p:spPr>
          <a:xfrm>
            <a:off x="2479500" y="78500"/>
            <a:ext cx="4674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Use Cases</a:t>
            </a:r>
            <a:endParaRPr b="1"/>
          </a:p>
        </p:txBody>
      </p:sp>
      <p:sp>
        <p:nvSpPr>
          <p:cNvPr id="295" name="Google Shape;295;p24"/>
          <p:cNvSpPr txBox="1"/>
          <p:nvPr/>
        </p:nvSpPr>
        <p:spPr>
          <a:xfrm>
            <a:off x="1254300" y="643250"/>
            <a:ext cx="7125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signs in with Google OAuth (.edu required for regular users; configured admin emails bypass).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lands on Home page and sees personalized login state (Welcome {user}).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navigates to Posts, uploads photo/video (Cloudinary), adds caption, and publishes post.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views community post feed, likes posts, and registers views.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opens Music page, connects Spotify, and fetches current track metadata.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opens Restaurants page, searches by location/term, and views Yelp results.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opens Weather page, searches city, and sees current weather details.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opens Account page to view profile/session info.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Admin opens Account page, sees all accounts, and can delete user accounts.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idx="2" type="title"/>
          </p:nvPr>
        </p:nvSpPr>
        <p:spPr>
          <a:xfrm>
            <a:off x="452500" y="76025"/>
            <a:ext cx="40428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CSS Responsive Design</a:t>
            </a:r>
            <a:endParaRPr b="1" sz="2400"/>
          </a:p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4898850" y="76025"/>
            <a:ext cx="38469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CollegeLife offers support to function and display on both mobile devices such as tablets and phones and on computers through CSS responsive design.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02" name="Google Shape;302;p25"/>
          <p:cNvGrpSpPr/>
          <p:nvPr/>
        </p:nvGrpSpPr>
        <p:grpSpPr>
          <a:xfrm>
            <a:off x="2252154" y="1980949"/>
            <a:ext cx="1906452" cy="2833432"/>
            <a:chOff x="3409722" y="824063"/>
            <a:chExt cx="2351902" cy="3495474"/>
          </a:xfrm>
        </p:grpSpPr>
        <p:sp>
          <p:nvSpPr>
            <p:cNvPr id="303" name="Google Shape;303;p25"/>
            <p:cNvSpPr/>
            <p:nvPr/>
          </p:nvSpPr>
          <p:spPr>
            <a:xfrm rot="-5400000">
              <a:off x="2850822" y="1408938"/>
              <a:ext cx="3469500" cy="23517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4"/>
            </a:p>
          </p:txBody>
        </p:sp>
        <p:sp>
          <p:nvSpPr>
            <p:cNvPr id="304" name="Google Shape;304;p25"/>
            <p:cNvSpPr/>
            <p:nvPr/>
          </p:nvSpPr>
          <p:spPr>
            <a:xfrm rot="-5400000">
              <a:off x="2851024" y="1382963"/>
              <a:ext cx="3469500" cy="23517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349865" y="4144403"/>
              <a:ext cx="471000" cy="657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4"/>
            </a:p>
          </p:txBody>
        </p:sp>
      </p:grpSp>
      <p:sp>
        <p:nvSpPr>
          <p:cNvPr id="306" name="Google Shape;306;p25"/>
          <p:cNvSpPr/>
          <p:nvPr/>
        </p:nvSpPr>
        <p:spPr>
          <a:xfrm flipH="1">
            <a:off x="2251952" y="2106832"/>
            <a:ext cx="1906200" cy="24819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74100" lIns="74100" spcFirstLastPara="1" rIns="74100" wrap="square" tIns="7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5"/>
          <p:cNvGrpSpPr/>
          <p:nvPr/>
        </p:nvGrpSpPr>
        <p:grpSpPr>
          <a:xfrm>
            <a:off x="452489" y="2058252"/>
            <a:ext cx="1347345" cy="2678739"/>
            <a:chOff x="3983627" y="1676395"/>
            <a:chExt cx="1449538" cy="2881914"/>
          </a:xfrm>
        </p:grpSpPr>
        <p:sp>
          <p:nvSpPr>
            <p:cNvPr id="308" name="Google Shape;308;p25"/>
            <p:cNvSpPr/>
            <p:nvPr/>
          </p:nvSpPr>
          <p:spPr>
            <a:xfrm rot="-5400000">
              <a:off x="3276827" y="2404608"/>
              <a:ext cx="2860500" cy="14469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/>
            <p:nvPr/>
          </p:nvSpPr>
          <p:spPr>
            <a:xfrm rot="-5400000">
              <a:off x="3279465" y="2383195"/>
              <a:ext cx="2860500" cy="14469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4473243" y="4300359"/>
              <a:ext cx="472800" cy="76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4100" lIns="74100" spcFirstLastPara="1" rIns="74100" wrap="square" tIns="7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5"/>
          <p:cNvSpPr/>
          <p:nvPr/>
        </p:nvSpPr>
        <p:spPr>
          <a:xfrm flipH="1">
            <a:off x="452760" y="2112799"/>
            <a:ext cx="1344900" cy="22419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74100" lIns="74100" spcFirstLastPara="1" rIns="74100" wrap="square" tIns="7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4"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4986877" y="1980954"/>
            <a:ext cx="3670843" cy="2833427"/>
            <a:chOff x="3553042" y="1657806"/>
            <a:chExt cx="3461100" cy="2671532"/>
          </a:xfrm>
        </p:grpSpPr>
        <p:sp>
          <p:nvSpPr>
            <p:cNvPr id="313" name="Google Shape;313;p25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25"/>
          <p:cNvSpPr/>
          <p:nvPr/>
        </p:nvSpPr>
        <p:spPr>
          <a:xfrm flipH="1">
            <a:off x="5043282" y="2042787"/>
            <a:ext cx="3558600" cy="20256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6975" lIns="96975" spcFirstLastPara="1" rIns="96975" wrap="square" tIns="9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25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452500" y="2189525"/>
            <a:ext cx="1344901" cy="216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2251950" y="2106825"/>
            <a:ext cx="1906199" cy="24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4986875" y="2042775"/>
            <a:ext cx="3614999" cy="202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SS3 logo and wordmark.svg - Wikipedia" id="325" name="Google Shape;325;p25"/>
          <p:cNvPicPr preferRelativeResize="0"/>
          <p:nvPr/>
        </p:nvPicPr>
        <p:blipFill rotWithShape="1">
          <a:blip r:embed="rId4">
            <a:alphaModFix/>
          </a:blip>
          <a:srcRect b="0" l="0" r="0" t="17999"/>
          <a:stretch/>
        </p:blipFill>
        <p:spPr>
          <a:xfrm>
            <a:off x="1845424" y="586925"/>
            <a:ext cx="1148676" cy="13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 txBox="1"/>
          <p:nvPr>
            <p:ph type="title"/>
          </p:nvPr>
        </p:nvSpPr>
        <p:spPr>
          <a:xfrm>
            <a:off x="2234550" y="78500"/>
            <a:ext cx="4674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Closing Statements</a:t>
            </a:r>
            <a:endParaRPr b="1"/>
          </a:p>
        </p:txBody>
      </p:sp>
      <p:sp>
        <p:nvSpPr>
          <p:cNvPr id="331" name="Google Shape;331;p26"/>
          <p:cNvSpPr txBox="1"/>
          <p:nvPr/>
        </p:nvSpPr>
        <p:spPr>
          <a:xfrm>
            <a:off x="1162800" y="565700"/>
            <a:ext cx="71253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Lessons learned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Consistent environment/config management is critical, especially for OAuth and cross-origin session flows.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Coverage gates are useful only when scoped intentionally and kept stable across CI/local.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I plan to apply these skills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Start future projects with environment validation, standardized config, and deployment profiles from day one.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 CI/CD pipelines early (build + test + security + package), not at the end of development.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Reflection on tools (and what to use next)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CI/CD (GitHub Actions) was the highest-leverage tool for maintaining release confidence.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AI assistance was useful for rapid iteration, debugging, and test scaffolding, but still required strict verification and review.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>
            <p:ph type="title"/>
          </p:nvPr>
        </p:nvSpPr>
        <p:spPr>
          <a:xfrm>
            <a:off x="698825" y="2426850"/>
            <a:ext cx="27153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/>
              <a:t>Thank you!</a:t>
            </a:r>
            <a:endParaRPr b="1" sz="3200"/>
          </a:p>
        </p:txBody>
      </p:sp>
      <p:grpSp>
        <p:nvGrpSpPr>
          <p:cNvPr id="337" name="Google Shape;337;p27"/>
          <p:cNvGrpSpPr/>
          <p:nvPr/>
        </p:nvGrpSpPr>
        <p:grpSpPr>
          <a:xfrm>
            <a:off x="3829802" y="1178354"/>
            <a:ext cx="3670843" cy="2833427"/>
            <a:chOff x="3553042" y="1657806"/>
            <a:chExt cx="3461100" cy="2671532"/>
          </a:xfrm>
        </p:grpSpPr>
        <p:sp>
          <p:nvSpPr>
            <p:cNvPr id="338" name="Google Shape;338;p27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6975" lIns="96975" spcFirstLastPara="1" rIns="96975" wrap="square" tIns="96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6" name="Google Shape;346;p27"/>
          <p:cNvSpPr/>
          <p:nvPr/>
        </p:nvSpPr>
        <p:spPr>
          <a:xfrm flipH="1">
            <a:off x="3886207" y="1240187"/>
            <a:ext cx="3558600" cy="20256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6975" lIns="96975" spcFirstLastPara="1" rIns="96975" wrap="square" tIns="9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27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3829800" y="1240175"/>
            <a:ext cx="3614999" cy="202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7"/>
          <p:cNvGrpSpPr/>
          <p:nvPr/>
        </p:nvGrpSpPr>
        <p:grpSpPr>
          <a:xfrm>
            <a:off x="7182796" y="2905585"/>
            <a:ext cx="983801" cy="1462157"/>
            <a:chOff x="3409722" y="824063"/>
            <a:chExt cx="2351902" cy="3495474"/>
          </a:xfrm>
        </p:grpSpPr>
        <p:sp>
          <p:nvSpPr>
            <p:cNvPr id="349" name="Google Shape;349;p27"/>
            <p:cNvSpPr/>
            <p:nvPr/>
          </p:nvSpPr>
          <p:spPr>
            <a:xfrm rot="-5400000">
              <a:off x="2850822" y="1408938"/>
              <a:ext cx="3469500" cy="23517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85"/>
            </a:p>
          </p:txBody>
        </p:sp>
        <p:sp>
          <p:nvSpPr>
            <p:cNvPr id="350" name="Google Shape;350;p27"/>
            <p:cNvSpPr/>
            <p:nvPr/>
          </p:nvSpPr>
          <p:spPr>
            <a:xfrm rot="-5400000">
              <a:off x="2851024" y="1382963"/>
              <a:ext cx="3469500" cy="23517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4349865" y="4144403"/>
              <a:ext cx="471000" cy="657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85"/>
            </a:p>
          </p:txBody>
        </p:sp>
      </p:grpSp>
      <p:sp>
        <p:nvSpPr>
          <p:cNvPr id="352" name="Google Shape;352;p27"/>
          <p:cNvSpPr/>
          <p:nvPr/>
        </p:nvSpPr>
        <p:spPr>
          <a:xfrm flipH="1">
            <a:off x="7182510" y="2970522"/>
            <a:ext cx="983700" cy="12807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38225" lIns="38225" spcFirstLastPara="1" rIns="38225" wrap="square" tIns="3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27"/>
          <p:cNvGrpSpPr/>
          <p:nvPr/>
        </p:nvGrpSpPr>
        <p:grpSpPr>
          <a:xfrm>
            <a:off x="6253964" y="2945404"/>
            <a:ext cx="695198" cy="1382166"/>
            <a:chOff x="3983627" y="1676395"/>
            <a:chExt cx="1449538" cy="2881914"/>
          </a:xfrm>
        </p:grpSpPr>
        <p:sp>
          <p:nvSpPr>
            <p:cNvPr id="354" name="Google Shape;354;p27"/>
            <p:cNvSpPr/>
            <p:nvPr/>
          </p:nvSpPr>
          <p:spPr>
            <a:xfrm rot="-5400000">
              <a:off x="3276827" y="2404608"/>
              <a:ext cx="2860500" cy="14469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 rot="-5400000">
              <a:off x="3279465" y="2383195"/>
              <a:ext cx="2860500" cy="14469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473243" y="4300359"/>
              <a:ext cx="472800" cy="76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225" lIns="38225" spcFirstLastPara="1" rIns="38225" wrap="square" tIns="38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27"/>
          <p:cNvSpPr/>
          <p:nvPr/>
        </p:nvSpPr>
        <p:spPr>
          <a:xfrm flipH="1">
            <a:off x="6254284" y="2973601"/>
            <a:ext cx="693900" cy="11568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38225" lIns="38225" spcFirstLastPara="1" rIns="38225" wrap="square" tIns="3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5"/>
          </a:p>
        </p:txBody>
      </p:sp>
      <p:pic>
        <p:nvPicPr>
          <p:cNvPr id="358" name="Google Shape;358;p27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6254075" y="3013192"/>
            <a:ext cx="693975" cy="111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7" title="CollegeLifeLogo.png"/>
          <p:cNvPicPr preferRelativeResize="0"/>
          <p:nvPr/>
        </p:nvPicPr>
        <p:blipFill rotWithShape="1">
          <a:blip r:embed="rId3">
            <a:alphaModFix/>
          </a:blip>
          <a:srcRect b="6910" l="8041" r="8100" t="7560"/>
          <a:stretch/>
        </p:blipFill>
        <p:spPr>
          <a:xfrm>
            <a:off x="7182601" y="2970518"/>
            <a:ext cx="983608" cy="128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